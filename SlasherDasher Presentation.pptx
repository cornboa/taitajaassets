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 SemiBold"/>
      <p:regular r:id="rId12"/>
      <p:bold r:id="rId13"/>
      <p:italic r:id="rId14"/>
      <p:boldItalic r:id="rId15"/>
    </p:embeddedFont>
    <p:embeddedFont>
      <p:font typeface="Nunito"/>
      <p:regular r:id="rId16"/>
      <p:bold r:id="rId17"/>
      <p:italic r:id="rId18"/>
      <p:boldItalic r:id="rId19"/>
    </p:embeddedFont>
    <p:embeddedFont>
      <p:font typeface="Nunito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Medium-regular.fntdata"/><Relationship Id="rId11" Type="http://schemas.openxmlformats.org/officeDocument/2006/relationships/slide" Target="slides/slide6.xml"/><Relationship Id="rId22" Type="http://schemas.openxmlformats.org/officeDocument/2006/relationships/font" Target="fonts/NunitoMedium-italic.fntdata"/><Relationship Id="rId10" Type="http://schemas.openxmlformats.org/officeDocument/2006/relationships/slide" Target="slides/slide5.xml"/><Relationship Id="rId21" Type="http://schemas.openxmlformats.org/officeDocument/2006/relationships/font" Target="fonts/NunitoMedium-bold.fntdata"/><Relationship Id="rId13" Type="http://schemas.openxmlformats.org/officeDocument/2006/relationships/font" Target="fonts/NunitoSemiBold-bold.fntdata"/><Relationship Id="rId12" Type="http://schemas.openxmlformats.org/officeDocument/2006/relationships/font" Target="fonts/NunitoSemiBold-regular.fntdata"/><Relationship Id="rId23" Type="http://schemas.openxmlformats.org/officeDocument/2006/relationships/font" Target="fonts/Nunito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SemiBold-boldItalic.fntdata"/><Relationship Id="rId14" Type="http://schemas.openxmlformats.org/officeDocument/2006/relationships/font" Target="fonts/NunitoSemiBold-italic.fntdata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b73e3e39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b73e3e39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b73e3e39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b73e3e39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b73e3e39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b73e3e39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73e3e39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b73e3e39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b73e3e39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b73e3e39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573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akura_tr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575" y="-1611637"/>
            <a:ext cx="4930174" cy="422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sakura_tr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54106">
            <a:off x="-656688" y="-2841013"/>
            <a:ext cx="4930174" cy="422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sakura_tr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423500">
            <a:off x="-2422587" y="195187"/>
            <a:ext cx="4930175" cy="422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SlasherDasherTit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375" y="69375"/>
            <a:ext cx="77152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ninja_spr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7650" y="2444525"/>
            <a:ext cx="3922774" cy="451117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331600" y="208200"/>
            <a:ext cx="439500" cy="169800"/>
          </a:xfrm>
          <a:prstGeom prst="rect">
            <a:avLst/>
          </a:prstGeom>
          <a:solidFill>
            <a:srgbClr val="EF8E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-246775" y="323875"/>
            <a:ext cx="979500" cy="424200"/>
          </a:xfrm>
          <a:prstGeom prst="rect">
            <a:avLst/>
          </a:prstGeom>
          <a:solidFill>
            <a:srgbClr val="EF8E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538000" y="624675"/>
            <a:ext cx="439500" cy="346800"/>
          </a:xfrm>
          <a:prstGeom prst="rect">
            <a:avLst/>
          </a:prstGeom>
          <a:solidFill>
            <a:srgbClr val="EF8E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-210025" y="713175"/>
            <a:ext cx="439500" cy="613200"/>
          </a:xfrm>
          <a:prstGeom prst="rect">
            <a:avLst/>
          </a:prstGeom>
          <a:solidFill>
            <a:srgbClr val="EF8E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-189775" y="-190900"/>
            <a:ext cx="865500" cy="424200"/>
          </a:xfrm>
          <a:prstGeom prst="rect">
            <a:avLst/>
          </a:prstGeom>
          <a:solidFill>
            <a:srgbClr val="EF8E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573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 title="ninja_spr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721" y="-88875"/>
            <a:ext cx="447261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794775" y="1129575"/>
            <a:ext cx="3385200" cy="2706600"/>
          </a:xfrm>
          <a:prstGeom prst="roundRect">
            <a:avLst>
              <a:gd fmla="val 16667" name="adj"/>
            </a:avLst>
          </a:prstGeom>
          <a:solidFill>
            <a:srgbClr val="000000">
              <a:alpha val="601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1234300" y="1717375"/>
            <a:ext cx="27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>
                <a:solidFill>
                  <a:schemeClr val="lt1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dash and slash</a:t>
            </a:r>
            <a:endParaRPr>
              <a:solidFill>
                <a:schemeClr val="lt1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694014" y="2374900"/>
            <a:ext cx="678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 sz="1800">
                <a:solidFill>
                  <a:srgbClr val="D9D9D9"/>
                </a:solidFill>
                <a:latin typeface="Nunito"/>
                <a:ea typeface="Nunito"/>
                <a:cs typeface="Nunito"/>
                <a:sym typeface="Nunito"/>
              </a:rPr>
              <a:t>very</a:t>
            </a:r>
            <a:endParaRPr sz="1800">
              <a:solidFill>
                <a:srgbClr val="D9D9D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573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 title="evil_wolf_sprite.png"/>
          <p:cNvPicPr preferRelativeResize="0"/>
          <p:nvPr/>
        </p:nvPicPr>
        <p:blipFill rotWithShape="1">
          <a:blip r:embed="rId3">
            <a:alphaModFix/>
          </a:blip>
          <a:srcRect b="-6000" l="0" r="0" t="6000"/>
          <a:stretch/>
        </p:blipFill>
        <p:spPr>
          <a:xfrm>
            <a:off x="-1664900" y="1017725"/>
            <a:ext cx="72009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wolf_spr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068852" y="3026025"/>
            <a:ext cx="4896723" cy="34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/>
          <p:nvPr/>
        </p:nvSpPr>
        <p:spPr>
          <a:xfrm flipH="1">
            <a:off x="5374850" y="2062850"/>
            <a:ext cx="1765800" cy="9099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6246250" y="380425"/>
            <a:ext cx="3123000" cy="1056600"/>
          </a:xfrm>
          <a:prstGeom prst="roundRect">
            <a:avLst>
              <a:gd fmla="val 16667" name="adj"/>
            </a:avLst>
          </a:prstGeom>
          <a:solidFill>
            <a:srgbClr val="000000">
              <a:alpha val="601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>
            <p:ph type="title"/>
          </p:nvPr>
        </p:nvSpPr>
        <p:spPr>
          <a:xfrm>
            <a:off x="6573350" y="622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>
                <a:solidFill>
                  <a:schemeClr val="lt1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eehh evil wolve</a:t>
            </a:r>
            <a:endParaRPr>
              <a:solidFill>
                <a:schemeClr val="lt1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573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6" title="evil_wolf_spr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621" y="169269"/>
            <a:ext cx="4176581" cy="2983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particle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8955" y="325669"/>
            <a:ext cx="2983273" cy="298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 title="ninja_spr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026937" y="0"/>
            <a:ext cx="7090125" cy="815364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6824050" y="2980450"/>
            <a:ext cx="7557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slash</a:t>
            </a:r>
            <a:endParaRPr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91" name="Google Shape;91;p16"/>
          <p:cNvCxnSpPr/>
          <p:nvPr/>
        </p:nvCxnSpPr>
        <p:spPr>
          <a:xfrm flipH="1" rot="10800000">
            <a:off x="5831735" y="2194769"/>
            <a:ext cx="1175700" cy="609000"/>
          </a:xfrm>
          <a:prstGeom prst="curvedConnector3">
            <a:avLst>
              <a:gd fmla="val 10362" name="adj1"/>
            </a:avLst>
          </a:prstGeom>
          <a:noFill/>
          <a:ln cap="flat" cmpd="sng" w="30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6"/>
          <p:cNvCxnSpPr/>
          <p:nvPr/>
        </p:nvCxnSpPr>
        <p:spPr>
          <a:xfrm flipH="1" rot="10800000">
            <a:off x="6226279" y="2327343"/>
            <a:ext cx="1175700" cy="609000"/>
          </a:xfrm>
          <a:prstGeom prst="curvedConnector3">
            <a:avLst>
              <a:gd fmla="val 6338" name="adj1"/>
            </a:avLst>
          </a:prstGeom>
          <a:noFill/>
          <a:ln cap="flat" cmpd="sng" w="30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6"/>
          <p:cNvSpPr/>
          <p:nvPr/>
        </p:nvSpPr>
        <p:spPr>
          <a:xfrm>
            <a:off x="-616950" y="1492050"/>
            <a:ext cx="3593400" cy="1102800"/>
          </a:xfrm>
          <a:prstGeom prst="roundRect">
            <a:avLst>
              <a:gd fmla="val 16667" name="adj"/>
            </a:avLst>
          </a:prstGeom>
          <a:solidFill>
            <a:srgbClr val="000000">
              <a:alpha val="601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192750" y="1566300"/>
            <a:ext cx="2660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 sz="2500">
                <a:solidFill>
                  <a:schemeClr val="lt1"/>
                </a:solidFill>
                <a:latin typeface="Nunito Medium"/>
                <a:ea typeface="Nunito Medium"/>
                <a:cs typeface="Nunito Medium"/>
                <a:sym typeface="Nunito Medium"/>
              </a:rPr>
              <a:t>dash through them</a:t>
            </a:r>
            <a:endParaRPr sz="2500">
              <a:solidFill>
                <a:schemeClr val="lt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573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2871600" y="161950"/>
            <a:ext cx="3400800" cy="894600"/>
          </a:xfrm>
          <a:prstGeom prst="roundRect">
            <a:avLst>
              <a:gd fmla="val 16667" name="adj"/>
            </a:avLst>
          </a:prstGeom>
          <a:solidFill>
            <a:srgbClr val="000000">
              <a:alpha val="601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>
            <p:ph type="title"/>
          </p:nvPr>
        </p:nvSpPr>
        <p:spPr>
          <a:xfrm>
            <a:off x="3707700" y="283100"/>
            <a:ext cx="172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>
                <a:solidFill>
                  <a:schemeClr val="lt1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powerups</a:t>
            </a:r>
            <a:endParaRPr>
              <a:solidFill>
                <a:schemeClr val="lt1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pic>
        <p:nvPicPr>
          <p:cNvPr id="102" name="Google Shape;102;p17" title="bomb_spr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00" y="1307288"/>
            <a:ext cx="3350200" cy="33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shield_spr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3963" y="1454363"/>
            <a:ext cx="3056075" cy="305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 title="teleporta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8475" y="1253525"/>
            <a:ext cx="2766200" cy="34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0" y="6667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1156700" y="3547250"/>
            <a:ext cx="11103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yeah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